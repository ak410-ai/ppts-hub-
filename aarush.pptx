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6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77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9D4B4-B2AC-4722-A4A6-DB15D80278CF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231B81-9961-4418-BC10-FFD22A39F79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Reach</a:t>
            </a:r>
            <a:r>
              <a:rPr lang="en-US" baseline="0" dirty="0" smtClean="0"/>
              <a:t> for the top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31B81-9961-4418-BC10-FFD22A39F79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Word</a:t>
            </a:r>
            <a:r>
              <a:rPr lang="en-US" baseline="0" dirty="0" smtClean="0"/>
              <a:t> Web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31B81-9961-4418-BC10-FFD22A39F79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31B81-9961-4418-BC10-FFD22A39F79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“ Hard work + courage = Success 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231B81-9961-4418-BC10-FFD22A39F79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479FF-7E52-4A4E-984E-DAFCFB9A2216}" type="datetimeFigureOut">
              <a:rPr lang="en-US" smtClean="0"/>
              <a:t>09-Nov-25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F479FF-7E52-4A4E-984E-DAFCFB9A2216}" type="datetimeFigureOut">
              <a:rPr lang="en-US" smtClean="0"/>
              <a:t>07-Nov-25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DFBB29-3C98-4D2C-A9B5-E96E5DC141A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audio" Target="../media/audio4.wav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audio" Target="../media/audio5.wav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6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audio" Target="../media/audio7.wav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audio" Target="../media/audio8.wav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600"/>
            <a:ext cx="7772400" cy="1470025"/>
          </a:xfrm>
        </p:spPr>
        <p:txBody>
          <a:bodyPr/>
          <a:lstStyle/>
          <a:p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WhatsApp Image 2025-11-09 at 1.50.31 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</p:spTree>
  </p:cSld>
  <p:clrMapOvr>
    <a:masterClrMapping/>
  </p:clrMapOvr>
  <p:transition>
    <p:sndAc>
      <p:stSnd>
        <p:snd r:embed="rId3" name="camera.wav" builtIn="1"/>
      </p:stSnd>
    </p:sndAc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5-11-10 at 7.19.50 AM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91" y="0"/>
            <a:ext cx="9113309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5-11-10 at 7.20.52 AM.jpe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5716"/>
            <a:ext cx="9144000" cy="6852284"/>
          </a:xfrm>
          <a:solidFill>
            <a:schemeClr val="tx2">
              <a:lumMod val="60000"/>
              <a:lumOff val="40000"/>
            </a:schemeClr>
          </a:solidFill>
        </p:spPr>
      </p:pic>
      <p:sp>
        <p:nvSpPr>
          <p:cNvPr id="5" name="Rectangle 4"/>
          <p:cNvSpPr/>
          <p:nvPr/>
        </p:nvSpPr>
        <p:spPr>
          <a:xfrm>
            <a:off x="1219200" y="1066800"/>
            <a:ext cx="647523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b="1" dirty="0" smtClean="0"/>
              <a:t>Determi</a:t>
            </a:r>
            <a:r>
              <a:rPr lang="en-US" sz="2400" b="1" baseline="0" dirty="0" smtClean="0"/>
              <a:t>ned: Firm in purpose</a:t>
            </a:r>
          </a:p>
          <a:p>
            <a:pPr marL="342900" indent="-342900">
              <a:buFont typeface="+mj-lt"/>
              <a:buAutoNum type="arabicPeriod"/>
            </a:pPr>
            <a:endParaRPr lang="en-US" sz="2400" b="1" baseline="0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400" b="1" dirty="0" smtClean="0"/>
              <a:t>Courageous: Willing to face danger</a:t>
            </a:r>
          </a:p>
          <a:p>
            <a:pPr marL="342900" indent="-342900">
              <a:buFont typeface="+mj-lt"/>
              <a:buAutoNum type="arabicPeriod"/>
            </a:pPr>
            <a:endParaRPr lang="en-US" sz="24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400" b="1" dirty="0" smtClean="0"/>
              <a:t>Compassionate: Showing concern and kindness for others</a:t>
            </a:r>
          </a:p>
          <a:p>
            <a:pPr marL="342900" indent="-342900">
              <a:buFont typeface="+mj-lt"/>
              <a:buAutoNum type="arabicPeriod"/>
            </a:pPr>
            <a:endParaRPr lang="en-US" sz="2400" b="1" dirty="0" smtClean="0"/>
          </a:p>
          <a:p>
            <a:pPr marL="342900" indent="-342900">
              <a:buFont typeface="+mj-lt"/>
              <a:buAutoNum type="arabicPeriod"/>
            </a:pPr>
            <a:r>
              <a:rPr lang="en-US" sz="2400" b="1" dirty="0" smtClean="0"/>
              <a:t>Trailblazer: Someone who leads the way for </a:t>
            </a:r>
          </a:p>
          <a:p>
            <a:pPr marL="342900" indent="-342900"/>
            <a:r>
              <a:rPr lang="en-US" sz="2400" b="1" dirty="0" smtClean="0"/>
              <a:t>Others</a:t>
            </a:r>
          </a:p>
          <a:p>
            <a:pPr marL="342900" indent="-342900"/>
            <a:endParaRPr lang="en-US" sz="2400" b="1" dirty="0"/>
          </a:p>
          <a:p>
            <a:pPr marL="342900" indent="-342900"/>
            <a:r>
              <a:rPr lang="en-US" sz="2400" b="1" dirty="0" smtClean="0"/>
              <a:t>5.</a:t>
            </a:r>
            <a:r>
              <a:rPr lang="en-US" sz="2400" b="1" dirty="0" smtClean="0"/>
              <a:t>Environmentalist: A person who cares about protecting nature</a:t>
            </a: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2819400" y="152400"/>
            <a:ext cx="3200400" cy="584775"/>
          </a:xfrm>
          <a:prstGeom prst="rect">
            <a:avLst/>
          </a:prstGeom>
          <a:solidFill>
            <a:schemeClr val="tx2">
              <a:lumMod val="50000"/>
            </a:schemeClr>
          </a:solidFill>
          <a:ln w="57150"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Word</a:t>
            </a:r>
            <a:r>
              <a:rPr lang="en-US" baseline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sz="3200" baseline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Web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5-11-09 at 1.59.40 PM.jpe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89245" cy="6858000"/>
          </a:xfrm>
        </p:spPr>
      </p:pic>
    </p:spTree>
  </p:cSld>
  <p:clrMapOvr>
    <a:masterClrMapping/>
  </p:clrMapOvr>
  <p:transition>
    <p:sndAc>
      <p:stSnd>
        <p:snd r:embed="rId2" name="bomb.wav" builtIn="1"/>
      </p:stSnd>
    </p:sndAc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5-11-09 at 2.08.38 PM.jpe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09473" cy="6858000"/>
          </a:xfrm>
        </p:spPr>
      </p:pic>
    </p:spTree>
  </p:cSld>
  <p:clrMapOvr>
    <a:masterClrMapping/>
  </p:clrMapOvr>
  <p:transition>
    <p:sndAc>
      <p:stSnd>
        <p:snd r:embed="rId2" name="applause.wav" builtIn="1"/>
      </p:stSnd>
    </p:sndAc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5-11-09 at 2.14.52 PM.jpe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527" y="0"/>
            <a:ext cx="9109473" cy="6858000"/>
          </a:xfrm>
        </p:spPr>
      </p:pic>
    </p:spTree>
  </p:cSld>
  <p:clrMapOvr>
    <a:masterClrMapping/>
  </p:clrMapOvr>
  <p:transition>
    <p:sndAc>
      <p:stSnd>
        <p:snd r:embed="rId2" name="drumroll.wav" builtIn="1"/>
      </p:stSnd>
    </p:sndAc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5-11-09 at 2.41.30 PM.jpe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528" y="0"/>
            <a:ext cx="9109472" cy="6857999"/>
          </a:xfrm>
        </p:spPr>
      </p:pic>
    </p:spTree>
  </p:cSld>
  <p:clrMapOvr>
    <a:masterClrMapping/>
  </p:clrMapOvr>
  <p:transition>
    <p:sndAc>
      <p:stSnd>
        <p:snd r:embed="rId2" name="hammer.wav" builtIn="1"/>
      </p:stSnd>
    </p:sndAc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5-11-09 at 2.57.36 PM.jpeg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4527" y="53180"/>
            <a:ext cx="9109473" cy="6804820"/>
          </a:xfrm>
        </p:spPr>
      </p:pic>
      <p:sp>
        <p:nvSpPr>
          <p:cNvPr id="5" name="Rectangle 4"/>
          <p:cNvSpPr/>
          <p:nvPr/>
        </p:nvSpPr>
        <p:spPr>
          <a:xfrm>
            <a:off x="457200" y="4267200"/>
            <a:ext cx="3505200" cy="914400"/>
          </a:xfrm>
          <a:prstGeom prst="rect">
            <a:avLst/>
          </a:prstGeom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itchFamily="34" charset="0"/>
              <a:buChar char="•"/>
            </a:pPr>
            <a:r>
              <a:rPr lang="en-US" sz="2800" b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World record</a:t>
            </a:r>
            <a:endParaRPr lang="en-US" sz="2800" b="1" dirty="0" smtClean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3581400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" y="3276600"/>
            <a:ext cx="3505200" cy="914400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itchFamily="34" charset="0"/>
              <a:buChar char="•"/>
            </a:pPr>
            <a:r>
              <a:rPr lang="en-US" sz="2800" b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One</a:t>
            </a:r>
            <a:r>
              <a:rPr lang="en-US" sz="2800" b="1" baseline="0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of the youngest women to do it</a:t>
            </a:r>
            <a:endParaRPr lang="en-US" sz="2800" b="1" baseline="0" dirty="0" smtClean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3505200" cy="838200"/>
          </a:xfrm>
          <a:prstGeom prst="rect">
            <a:avLst/>
          </a:prstGeom>
          <a:ln>
            <a:solidFill>
              <a:schemeClr val="bg1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>
            <a:sp3d extrusionH="57150">
              <a:bevelT w="38100" h="38100"/>
            </a:sp3d>
          </a:bodyPr>
          <a:lstStyle/>
          <a:p>
            <a:pPr>
              <a:buFont typeface="Arial" pitchFamily="34" charset="0"/>
              <a:buChar char="•"/>
            </a:pPr>
            <a:r>
              <a:rPr lang="en-US" sz="3000" b="1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At</a:t>
            </a:r>
            <a:r>
              <a:rPr lang="en-US" sz="3000" b="1" baseline="0" dirty="0" smtClean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the age 20, climbed Mt. Everest </a:t>
            </a:r>
            <a:endParaRPr lang="en-US" sz="3000" b="1" dirty="0" smtClean="0">
              <a:effectLst>
                <a:glow rad="2286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</p:spTree>
  </p:cSld>
  <p:clrMapOvr>
    <a:masterClrMapping/>
  </p:clrMapOvr>
  <p:transition>
    <p:sndAc>
      <p:stSnd>
        <p:snd r:embed="rId3" name="breeze.wav" builtIn="1"/>
      </p:stSnd>
    </p:sndAc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WhatsApp Image 2025-11-10 at 6.41.26 AM.jpe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527" y="0"/>
            <a:ext cx="9109473" cy="6858000"/>
          </a:xfrm>
        </p:spPr>
      </p:pic>
    </p:spTree>
  </p:cSld>
  <p:clrMapOvr>
    <a:masterClrMapping/>
  </p:clrMapOvr>
  <p:transition>
    <p:sndAc>
      <p:stSnd>
        <p:snd r:embed="rId2" name="click.wav" builtIn="1"/>
      </p:stSnd>
    </p:sndAc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5-11-10 at 6.44.15 AM.jpe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-24532"/>
            <a:ext cx="91113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>
    <p:sndAc>
      <p:stSnd>
        <p:snd r:embed="rId2" name="cashreg.wav" builtIn="1"/>
      </p:stSnd>
    </p:sndAc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5-11-10 at 6.48.49 AM.jpe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6881016"/>
          </a:xfrm>
        </p:spPr>
      </p:pic>
      <p:sp>
        <p:nvSpPr>
          <p:cNvPr id="5" name="Rectangle 4"/>
          <p:cNvSpPr/>
          <p:nvPr/>
        </p:nvSpPr>
        <p:spPr>
          <a:xfrm>
            <a:off x="228600" y="2133600"/>
            <a:ext cx="4505914" cy="461665"/>
          </a:xfrm>
          <a:prstGeom prst="rect">
            <a:avLst/>
          </a:prstGeom>
          <a:solidFill>
            <a:schemeClr val="tx1"/>
          </a:solidFill>
          <a:effectLst>
            <a:reflection blurRad="6350" stA="50000" endA="300" endPos="55500" dist="50800" dir="5400000" sy="-100000" algn="bl" rotWithShape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Message or moral of the lesson</a:t>
            </a:r>
            <a:r>
              <a:rPr lang="en-US" sz="2400" baseline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is </a:t>
            </a:r>
            <a:endParaRPr lang="en-US" sz="24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2400" y="3429001"/>
            <a:ext cx="4495800" cy="83099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57150">
            <a:solidFill>
              <a:srgbClr val="FFFF00"/>
            </a:solidFill>
          </a:ln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baseline="0" dirty="0" smtClean="0"/>
              <a:t> “Never let society decide your limits</a:t>
            </a:r>
            <a:r>
              <a:rPr lang="en-US" sz="2400" baseline="0" dirty="0" smtClean="0"/>
              <a:t>” 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152400" y="4495800"/>
            <a:ext cx="4595874" cy="4616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57150">
            <a:solidFill>
              <a:srgbClr val="FFFF00"/>
            </a:solidFill>
          </a:ln>
        </p:spPr>
        <p:txBody>
          <a:bodyPr wrap="non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400" b="1" dirty="0" smtClean="0"/>
              <a:t>“ Hard work + courage = Success ”</a:t>
            </a:r>
            <a:endParaRPr 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 descr="WhatsApp Image 2025-11-10 at 7.18.43 AM.jpe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101</Words>
  <Application>Microsoft Office PowerPoint</Application>
  <PresentationFormat>On-screen Show (4:3)</PresentationFormat>
  <Paragraphs>24</Paragraphs>
  <Slides>12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1</cp:revision>
  <dcterms:created xsi:type="dcterms:W3CDTF">2025-11-09T07:01:23Z</dcterms:created>
  <dcterms:modified xsi:type="dcterms:W3CDTF">2025-11-10T02:15:39Z</dcterms:modified>
</cp:coreProperties>
</file>